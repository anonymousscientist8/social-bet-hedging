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4" autoAdjust="0"/>
    <p:restoredTop sz="94658"/>
  </p:normalViewPr>
  <p:slideViewPr>
    <p:cSldViewPr snapToGrid="0">
      <p:cViewPr varScale="1">
        <p:scale>
          <a:sx n="120" d="100"/>
          <a:sy n="120" d="100"/>
        </p:scale>
        <p:origin x="8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A810B-6CB6-99BA-F123-B4F1BDCA4D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1003C9-11A9-10C2-E695-DD310CD6FF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229DAD-E5B0-9640-4536-AAB5C562B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91A74-27A0-4A7A-B2BB-EB53D556ED1D}" type="datetimeFigureOut">
              <a:rPr lang="en-GB" smtClean="0"/>
              <a:t>08/07/2026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6FED6D-2370-ED1B-2677-6487684E5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D3FD3B-0024-CF57-BE58-119E470DC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73A93-EB05-43B6-AC22-2ED2D1BA76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738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F8C0C-A6CF-85C6-4A7E-8B8135E2E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06D92-3BF5-1987-B780-ED0D4AA99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C09C68-58D6-3FB2-92D6-D5FBD7B9A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91A74-27A0-4A7A-B2BB-EB53D556ED1D}" type="datetimeFigureOut">
              <a:rPr lang="en-GB" smtClean="0"/>
              <a:t>08/07/2026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395A0-5594-AB46-D7B9-28FEF0078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45ACB-1239-D5DB-5BB2-2EC369E12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73A93-EB05-43B6-AC22-2ED2D1BA76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9884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C3F82-99DD-A293-3F83-C152E88A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CD9749-31A1-3B43-4FD4-EC17A76A6F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A46FB-3A51-6573-F642-41A88552E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91A74-27A0-4A7A-B2BB-EB53D556ED1D}" type="datetimeFigureOut">
              <a:rPr lang="en-GB" smtClean="0"/>
              <a:t>08/07/2026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121D48-E3C1-AF24-7668-45225D282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480B58-146C-08B1-3D28-709AA138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73A93-EB05-43B6-AC22-2ED2D1BA76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7904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8CE4A-F7D1-2BE1-03BD-DB35F9528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FF67C-EFAF-C97A-452A-4E0A10B529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357C1E-C00D-4DA1-8AC1-C46E655D4C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FE54C5-0D00-1AF6-DE7E-B7B6E7857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91A74-27A0-4A7A-B2BB-EB53D556ED1D}" type="datetimeFigureOut">
              <a:rPr lang="en-GB" smtClean="0"/>
              <a:t>08/07/2026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EF9D56-C1A4-22FD-7418-26F677F44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E7E993-5ADD-8DAC-81F4-BCDE79854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73A93-EB05-43B6-AC22-2ED2D1BA76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0005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2320F-83D6-16B0-C822-1A08DCEC0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E58BDB-938A-2EFC-09A8-CE902AE84C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AE4E70-39B8-EE34-40F2-0A4BA333CF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71632C-3608-DE78-59F6-3939768820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B74F55-1334-B240-3931-BC7C04BAC8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CC3D0F-082A-FB4D-0650-8A3857F77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91A74-27A0-4A7A-B2BB-EB53D556ED1D}" type="datetimeFigureOut">
              <a:rPr lang="en-GB" smtClean="0"/>
              <a:t>08/07/2026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BE5393-BD7D-E9FA-3A6A-DBE7C1911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C15F78-3419-BA05-49A3-AC74065F7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73A93-EB05-43B6-AC22-2ED2D1BA76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9009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F2DAB-398E-257E-6539-C35E191E3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AAAA60-238A-56A0-E11C-162811E89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91A74-27A0-4A7A-B2BB-EB53D556ED1D}" type="datetimeFigureOut">
              <a:rPr lang="en-GB" smtClean="0"/>
              <a:t>08/07/2026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04A4A5-AC4B-7CCC-0997-D922762AC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5000ED-0210-8CBA-7B8E-424BD48F8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73A93-EB05-43B6-AC22-2ED2D1BA76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6173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ADB699-5203-2416-F9F0-7822CD0F1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91A74-27A0-4A7A-B2BB-EB53D556ED1D}" type="datetimeFigureOut">
              <a:rPr lang="en-GB" smtClean="0"/>
              <a:t>08/07/2026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EA19CE-15BB-71B5-A689-0593760AE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BBBBE8-7166-5734-0132-D47FFFD1C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73A93-EB05-43B6-AC22-2ED2D1BA76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7547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D3668-FBB0-44E7-EF5B-565A9F58C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5B9DA-535E-2E9B-0CF4-55333282A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A42C82-B75D-ADA7-84E6-37BDD5124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4470F3-1BA1-BC51-229A-CE19C0BD3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91A74-27A0-4A7A-B2BB-EB53D556ED1D}" type="datetimeFigureOut">
              <a:rPr lang="en-GB" smtClean="0"/>
              <a:t>08/07/2026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E2E656-F7A3-74D5-83FF-6F7F92366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953821-F145-C198-8A60-24DF505A5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73A93-EB05-43B6-AC22-2ED2D1BA76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7103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0F35C-367C-65BF-1322-99563FDCA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AE3125-0297-99E3-965D-F15BB1978D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20AC94-988B-D337-4E8B-16EDFDE35A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11A0DC-969C-DBBB-FCD3-E1C1F29FA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91A74-27A0-4A7A-B2BB-EB53D556ED1D}" type="datetimeFigureOut">
              <a:rPr lang="en-GB" smtClean="0"/>
              <a:t>08/07/2026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FFB64B-7D78-CD95-1623-34CB0A7F4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F47B78-1C6D-CF34-31F8-E27A7C5F8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73A93-EB05-43B6-AC22-2ED2D1BA76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3297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ED2A6-26F0-16DC-D908-3CC8C760E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E7C8C3-9C3C-85AD-BCF9-6698E97F92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96E32-4FC6-3C93-D165-1FD1F4A75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91A74-27A0-4A7A-B2BB-EB53D556ED1D}" type="datetimeFigureOut">
              <a:rPr lang="en-GB" smtClean="0"/>
              <a:t>08/07/2026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1E10B-9C2E-3CB3-05E2-81625EFB9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9E5FC5-634C-A49C-19CA-948C988FD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73A93-EB05-43B6-AC22-2ED2D1BA76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0446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67C9D6-B2EA-188C-7525-77DF3AC604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83DFDF-454C-A8D9-0D26-030A591745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D2CF33-6676-D42F-1CCF-050173712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91A74-27A0-4A7A-B2BB-EB53D556ED1D}" type="datetimeFigureOut">
              <a:rPr lang="en-GB" smtClean="0"/>
              <a:t>08/07/2026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D950D-C80A-6E4D-3C8D-D8111FC75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FC517A-DFD7-7F80-7587-A03447C81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73A93-EB05-43B6-AC22-2ED2D1BA76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1252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B82B80-11F1-900F-D3AF-6D4685BF7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4037C1-AC27-06B6-6E18-9E16045F55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BC143-72E5-6EF2-D5F5-4FE152B424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C91A74-27A0-4A7A-B2BB-EB53D556ED1D}" type="datetimeFigureOut">
              <a:rPr lang="en-GB" smtClean="0"/>
              <a:t>08/07/2026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2D6D09-07B0-E6E5-BB69-58A6A662B5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5DB368-E25B-5097-94A3-B5EC0A8DA9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773A93-EB05-43B6-AC22-2ED2D1BA76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0690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5A8BC1E-B33F-B89F-0DE6-E22BA3C6D808}"/>
              </a:ext>
            </a:extLst>
          </p:cNvPr>
          <p:cNvSpPr txBox="1"/>
          <p:nvPr/>
        </p:nvSpPr>
        <p:spPr>
          <a:xfrm>
            <a:off x="1409991" y="506816"/>
            <a:ext cx="1633356" cy="9233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roost-switching modifier</a:t>
            </a:r>
            <a:endParaRPr lang="en-GB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E2C656-B94D-3FD6-FE01-6904FFC75176}"/>
              </a:ext>
            </a:extLst>
          </p:cNvPr>
          <p:cNvSpPr txBox="1"/>
          <p:nvPr/>
        </p:nvSpPr>
        <p:spPr>
          <a:xfrm>
            <a:off x="3600595" y="645315"/>
            <a:ext cx="1633356" cy="6463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co-roosting ingroup bias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A4904C-0862-F719-576D-327A1CCFE156}"/>
              </a:ext>
            </a:extLst>
          </p:cNvPr>
          <p:cNvSpPr txBox="1"/>
          <p:nvPr/>
        </p:nvSpPr>
        <p:spPr>
          <a:xfrm>
            <a:off x="2532632" y="2370984"/>
            <a:ext cx="1633356" cy="646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realized roost switching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2BEF29-02BB-F8A6-C2AF-86B20B3931A5}"/>
              </a:ext>
            </a:extLst>
          </p:cNvPr>
          <p:cNvSpPr txBox="1"/>
          <p:nvPr/>
        </p:nvSpPr>
        <p:spPr>
          <a:xfrm>
            <a:off x="2532632" y="3629797"/>
            <a:ext cx="1633356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predation rate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FC0ECB-9181-A4C8-8A76-75BD5896ED38}"/>
              </a:ext>
            </a:extLst>
          </p:cNvPr>
          <p:cNvSpPr txBox="1"/>
          <p:nvPr/>
        </p:nvSpPr>
        <p:spPr>
          <a:xfrm>
            <a:off x="2532632" y="4643023"/>
            <a:ext cx="1633356" cy="6463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adult foraging success rate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46153D-B3E5-4356-BA25-0D9D3E99E178}"/>
              </a:ext>
            </a:extLst>
          </p:cNvPr>
          <p:cNvSpPr txBox="1"/>
          <p:nvPr/>
        </p:nvSpPr>
        <p:spPr>
          <a:xfrm>
            <a:off x="2532632" y="5794748"/>
            <a:ext cx="1633356" cy="6463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food-sharing ingroup bias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E0BCF9-29E3-DEFE-497E-3AD3485DA9E4}"/>
              </a:ext>
            </a:extLst>
          </p:cNvPr>
          <p:cNvSpPr txBox="1"/>
          <p:nvPr/>
        </p:nvSpPr>
        <p:spPr>
          <a:xfrm>
            <a:off x="5386351" y="4065998"/>
            <a:ext cx="1633356" cy="646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social uncertainty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73D415-5529-819A-CE45-975EE789E57D}"/>
              </a:ext>
            </a:extLst>
          </p:cNvPr>
          <p:cNvSpPr txBox="1"/>
          <p:nvPr/>
        </p:nvSpPr>
        <p:spPr>
          <a:xfrm>
            <a:off x="8240070" y="3927499"/>
            <a:ext cx="1633356" cy="9233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relative success of diversifying   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5039DDB-9FEE-9AF0-F396-7F82555064FE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2226669" y="1430146"/>
            <a:ext cx="537471" cy="712761"/>
          </a:xfrm>
          <a:prstGeom prst="straightConnector1">
            <a:avLst/>
          </a:prstGeom>
          <a:ln w="508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CD98DC6-232A-E67C-7DC6-9796CCAC8D87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3929826" y="1291646"/>
            <a:ext cx="487447" cy="851261"/>
          </a:xfrm>
          <a:prstGeom prst="straightConnector1">
            <a:avLst/>
          </a:prstGeom>
          <a:ln w="508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96C3603-8298-77FF-797C-2FDA50CD4227}"/>
              </a:ext>
            </a:extLst>
          </p:cNvPr>
          <p:cNvCxnSpPr>
            <a:cxnSpLocks/>
          </p:cNvCxnSpPr>
          <p:nvPr/>
        </p:nvCxnSpPr>
        <p:spPr>
          <a:xfrm>
            <a:off x="4236953" y="2694150"/>
            <a:ext cx="1571697" cy="1244678"/>
          </a:xfrm>
          <a:prstGeom prst="straightConnector1">
            <a:avLst/>
          </a:prstGeom>
          <a:ln w="508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C7132E7-0942-58B5-C73B-255B124EB7E7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4165988" y="3814463"/>
            <a:ext cx="1166849" cy="461666"/>
          </a:xfrm>
          <a:prstGeom prst="straightConnector1">
            <a:avLst/>
          </a:prstGeom>
          <a:ln w="508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CCD5F96-7FEE-F90A-1BDB-9918467065E8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4165988" y="4504524"/>
            <a:ext cx="1166849" cy="461665"/>
          </a:xfrm>
          <a:prstGeom prst="straightConnector1">
            <a:avLst/>
          </a:prstGeom>
          <a:ln w="508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3B37C64-3DEF-F2FA-4FC7-3D2A72C1E5A4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4165988" y="4963864"/>
            <a:ext cx="1878824" cy="1154050"/>
          </a:xfrm>
          <a:prstGeom prst="straightConnector1">
            <a:avLst/>
          </a:prstGeom>
          <a:ln w="508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177F77A-9C4D-877F-4410-3AAB0A7AB666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4165988" y="4887129"/>
            <a:ext cx="4266037" cy="1230785"/>
          </a:xfrm>
          <a:prstGeom prst="straightConnector1">
            <a:avLst/>
          </a:prstGeom>
          <a:ln w="508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6D6127A-8DC5-F46D-1855-8981E4700ECA}"/>
              </a:ext>
            </a:extLst>
          </p:cNvPr>
          <p:cNvCxnSpPr>
            <a:cxnSpLocks/>
          </p:cNvCxnSpPr>
          <p:nvPr/>
        </p:nvCxnSpPr>
        <p:spPr>
          <a:xfrm>
            <a:off x="7140696" y="4388520"/>
            <a:ext cx="977222" cy="0"/>
          </a:xfrm>
          <a:prstGeom prst="straightConnector1">
            <a:avLst/>
          </a:prstGeom>
          <a:ln w="508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D111AA90-323E-4DBD-10B9-20F5262DA657}"/>
              </a:ext>
            </a:extLst>
          </p:cNvPr>
          <p:cNvSpPr txBox="1"/>
          <p:nvPr/>
        </p:nvSpPr>
        <p:spPr>
          <a:xfrm>
            <a:off x="2540775" y="1300244"/>
            <a:ext cx="446729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  <a:endParaRPr lang="en-GB" sz="4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FFDE620-D8A7-84A2-D9E8-67B66582DAB7}"/>
              </a:ext>
            </a:extLst>
          </p:cNvPr>
          <p:cNvSpPr txBox="1"/>
          <p:nvPr/>
        </p:nvSpPr>
        <p:spPr>
          <a:xfrm>
            <a:off x="3671559" y="1307107"/>
            <a:ext cx="446729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  <a:endParaRPr lang="en-GB" sz="4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C87CFD7-09B9-A238-E4C0-ED12356AD4E7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4417273" y="1291646"/>
            <a:ext cx="1703157" cy="2578194"/>
          </a:xfrm>
          <a:prstGeom prst="straightConnector1">
            <a:avLst/>
          </a:prstGeom>
          <a:ln w="508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BB30BD52-C6B5-3198-061B-F9B0B9E2A3F4}"/>
              </a:ext>
            </a:extLst>
          </p:cNvPr>
          <p:cNvSpPr txBox="1"/>
          <p:nvPr/>
        </p:nvSpPr>
        <p:spPr>
          <a:xfrm>
            <a:off x="5585286" y="2165407"/>
            <a:ext cx="446729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-</a:t>
            </a:r>
            <a:endParaRPr lang="en-GB" sz="4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72D75B8-6776-C9C0-2172-17454B1E7A9E}"/>
              </a:ext>
            </a:extLst>
          </p:cNvPr>
          <p:cNvSpPr txBox="1"/>
          <p:nvPr/>
        </p:nvSpPr>
        <p:spPr>
          <a:xfrm>
            <a:off x="4858186" y="2522469"/>
            <a:ext cx="446729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  <a:endParaRPr lang="en-GB" sz="4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9A592A2-2538-0136-D181-953551BFBB5F}"/>
              </a:ext>
            </a:extLst>
          </p:cNvPr>
          <p:cNvSpPr txBox="1"/>
          <p:nvPr/>
        </p:nvSpPr>
        <p:spPr>
          <a:xfrm>
            <a:off x="4601026" y="3421657"/>
            <a:ext cx="446729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  <a:endParaRPr lang="en-GB" sz="4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49D85FC-63C6-A3F3-9186-BC220C0344AE}"/>
              </a:ext>
            </a:extLst>
          </p:cNvPr>
          <p:cNvSpPr txBox="1"/>
          <p:nvPr/>
        </p:nvSpPr>
        <p:spPr>
          <a:xfrm>
            <a:off x="4502198" y="4253907"/>
            <a:ext cx="446729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-</a:t>
            </a:r>
            <a:endParaRPr lang="en-GB" sz="4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EA515F4-EAC0-192A-7B37-D2FD32B65D85}"/>
              </a:ext>
            </a:extLst>
          </p:cNvPr>
          <p:cNvSpPr txBox="1"/>
          <p:nvPr/>
        </p:nvSpPr>
        <p:spPr>
          <a:xfrm>
            <a:off x="7299205" y="3736142"/>
            <a:ext cx="446729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  <a:endParaRPr lang="en-GB" sz="4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E722345-81D7-2CDE-126B-0CAB24C6B580}"/>
              </a:ext>
            </a:extLst>
          </p:cNvPr>
          <p:cNvSpPr txBox="1"/>
          <p:nvPr/>
        </p:nvSpPr>
        <p:spPr>
          <a:xfrm>
            <a:off x="6505502" y="5460835"/>
            <a:ext cx="446729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  <a:endParaRPr lang="en-GB" sz="4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2268080-BFA1-8007-8254-4FEA069F2B58}"/>
              </a:ext>
            </a:extLst>
          </p:cNvPr>
          <p:cNvSpPr txBox="1"/>
          <p:nvPr/>
        </p:nvSpPr>
        <p:spPr>
          <a:xfrm>
            <a:off x="4744467" y="4921788"/>
            <a:ext cx="446729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  <a:endParaRPr lang="en-GB" sz="4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695B492-4A3F-3A02-D6E1-8CF6FF1E38E6}"/>
              </a:ext>
            </a:extLst>
          </p:cNvPr>
          <p:cNvSpPr/>
          <p:nvPr/>
        </p:nvSpPr>
        <p:spPr>
          <a:xfrm>
            <a:off x="2370926" y="2198440"/>
            <a:ext cx="1873008" cy="914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0F16E7F-8114-136F-1716-36F0E59DE3E3}"/>
              </a:ext>
            </a:extLst>
          </p:cNvPr>
          <p:cNvSpPr/>
          <p:nvPr/>
        </p:nvSpPr>
        <p:spPr>
          <a:xfrm>
            <a:off x="5422997" y="3972729"/>
            <a:ext cx="1595546" cy="914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A87EDB6-45E1-7A67-211A-3D97A03E865C}"/>
              </a:ext>
            </a:extLst>
          </p:cNvPr>
          <p:cNvSpPr/>
          <p:nvPr/>
        </p:nvSpPr>
        <p:spPr>
          <a:xfrm>
            <a:off x="8258975" y="3856331"/>
            <a:ext cx="1633356" cy="110753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CEA58F3-AD46-5049-35D1-0DACA29FF0AC}"/>
              </a:ext>
            </a:extLst>
          </p:cNvPr>
          <p:cNvSpPr txBox="1"/>
          <p:nvPr/>
        </p:nvSpPr>
        <p:spPr>
          <a:xfrm>
            <a:off x="7859210" y="760456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4438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A1748-EF9B-0FBD-604E-BB51D3344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C377A31-7C82-0507-ABCF-6539B5979C5A}"/>
              </a:ext>
            </a:extLst>
          </p:cNvPr>
          <p:cNvSpPr txBox="1"/>
          <p:nvPr/>
        </p:nvSpPr>
        <p:spPr>
          <a:xfrm>
            <a:off x="1409991" y="506816"/>
            <a:ext cx="1633356" cy="9233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roost-switching modifier</a:t>
            </a:r>
            <a:endParaRPr lang="en-GB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20E467-32BC-8CBB-4EE6-B54FE384613C}"/>
              </a:ext>
            </a:extLst>
          </p:cNvPr>
          <p:cNvSpPr txBox="1"/>
          <p:nvPr/>
        </p:nvSpPr>
        <p:spPr>
          <a:xfrm>
            <a:off x="3600595" y="645315"/>
            <a:ext cx="1633356" cy="6463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co-roosting ingroup bias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15B8FA-D43E-D324-2934-633468B3C10F}"/>
              </a:ext>
            </a:extLst>
          </p:cNvPr>
          <p:cNvSpPr txBox="1"/>
          <p:nvPr/>
        </p:nvSpPr>
        <p:spPr>
          <a:xfrm>
            <a:off x="2532632" y="2370984"/>
            <a:ext cx="1633356" cy="646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realized roost switching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C440E2-BA79-5F9E-822A-92241A7678B8}"/>
              </a:ext>
            </a:extLst>
          </p:cNvPr>
          <p:cNvSpPr txBox="1"/>
          <p:nvPr/>
        </p:nvSpPr>
        <p:spPr>
          <a:xfrm>
            <a:off x="2532632" y="3629797"/>
            <a:ext cx="1633356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predation rate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F316EC-635F-0920-F9FA-7EFD90673A00}"/>
              </a:ext>
            </a:extLst>
          </p:cNvPr>
          <p:cNvSpPr txBox="1"/>
          <p:nvPr/>
        </p:nvSpPr>
        <p:spPr>
          <a:xfrm>
            <a:off x="2532632" y="4643023"/>
            <a:ext cx="1633356" cy="6463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adult foraging success rate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A2ACF8-9F1D-8A45-0892-C3A707EE3189}"/>
              </a:ext>
            </a:extLst>
          </p:cNvPr>
          <p:cNvSpPr txBox="1"/>
          <p:nvPr/>
        </p:nvSpPr>
        <p:spPr>
          <a:xfrm>
            <a:off x="2532632" y="5794748"/>
            <a:ext cx="1633356" cy="6463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food-sharing ingroup bias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725816-C470-A203-2D31-A4EA44E669D0}"/>
              </a:ext>
            </a:extLst>
          </p:cNvPr>
          <p:cNvSpPr txBox="1"/>
          <p:nvPr/>
        </p:nvSpPr>
        <p:spPr>
          <a:xfrm>
            <a:off x="5386351" y="4065998"/>
            <a:ext cx="1633356" cy="646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social uncertainty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B59E70-65C3-5840-A38C-8B7FAEA4CC44}"/>
              </a:ext>
            </a:extLst>
          </p:cNvPr>
          <p:cNvSpPr txBox="1"/>
          <p:nvPr/>
        </p:nvSpPr>
        <p:spPr>
          <a:xfrm>
            <a:off x="8240070" y="3927499"/>
            <a:ext cx="1633356" cy="9233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relative success of diversifying   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3EC3EFB-220D-1D1E-7D80-4481F8C8B423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2226669" y="1430146"/>
            <a:ext cx="537471" cy="712761"/>
          </a:xfrm>
          <a:prstGeom prst="straightConnector1">
            <a:avLst/>
          </a:prstGeom>
          <a:ln w="508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297AEB6-6BD0-4498-98CE-5F4635B995D3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3929826" y="1291646"/>
            <a:ext cx="487447" cy="851261"/>
          </a:xfrm>
          <a:prstGeom prst="straightConnector1">
            <a:avLst/>
          </a:prstGeom>
          <a:ln w="508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AED1D69-A2BF-0B7C-CBD9-1497C92BB907}"/>
              </a:ext>
            </a:extLst>
          </p:cNvPr>
          <p:cNvCxnSpPr>
            <a:cxnSpLocks/>
          </p:cNvCxnSpPr>
          <p:nvPr/>
        </p:nvCxnSpPr>
        <p:spPr>
          <a:xfrm>
            <a:off x="4236953" y="2694150"/>
            <a:ext cx="1571697" cy="1244678"/>
          </a:xfrm>
          <a:prstGeom prst="straightConnector1">
            <a:avLst/>
          </a:prstGeom>
          <a:ln w="508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F73D351-4F97-DC0A-8F9D-8FFAB43C7BCF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4165988" y="3814463"/>
            <a:ext cx="1166849" cy="461666"/>
          </a:xfrm>
          <a:prstGeom prst="straightConnector1">
            <a:avLst/>
          </a:prstGeom>
          <a:ln w="508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FDE1D31-BA3E-5826-02EE-304D7EF55605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4165988" y="4504524"/>
            <a:ext cx="1166849" cy="461665"/>
          </a:xfrm>
          <a:prstGeom prst="straightConnector1">
            <a:avLst/>
          </a:prstGeom>
          <a:ln w="508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F275D23-8F86-881A-6646-9BD8B10E96D0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4165988" y="4963864"/>
            <a:ext cx="1878824" cy="1154050"/>
          </a:xfrm>
          <a:prstGeom prst="straightConnector1">
            <a:avLst/>
          </a:prstGeom>
          <a:ln w="508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4871449-BDBB-CEEB-0D98-F1471DFE8B76}"/>
              </a:ext>
            </a:extLst>
          </p:cNvPr>
          <p:cNvCxnSpPr>
            <a:cxnSpLocks/>
          </p:cNvCxnSpPr>
          <p:nvPr/>
        </p:nvCxnSpPr>
        <p:spPr>
          <a:xfrm>
            <a:off x="7140696" y="4388520"/>
            <a:ext cx="977222" cy="0"/>
          </a:xfrm>
          <a:prstGeom prst="straightConnector1">
            <a:avLst/>
          </a:prstGeom>
          <a:ln w="508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EE8E4D5-5B6F-F8A2-4856-12CEB1236D8A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4417273" y="1291646"/>
            <a:ext cx="1703157" cy="2578194"/>
          </a:xfrm>
          <a:prstGeom prst="straightConnector1">
            <a:avLst/>
          </a:prstGeom>
          <a:ln w="508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3A1A022A-3185-3805-DC2C-0618E89C1299}"/>
              </a:ext>
            </a:extLst>
          </p:cNvPr>
          <p:cNvSpPr/>
          <p:nvPr/>
        </p:nvSpPr>
        <p:spPr>
          <a:xfrm>
            <a:off x="2370926" y="2198440"/>
            <a:ext cx="1873008" cy="914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E8079C5-8182-31EF-8D5B-780B8C8F078A}"/>
              </a:ext>
            </a:extLst>
          </p:cNvPr>
          <p:cNvSpPr/>
          <p:nvPr/>
        </p:nvSpPr>
        <p:spPr>
          <a:xfrm>
            <a:off x="5422997" y="3972729"/>
            <a:ext cx="1595546" cy="914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13256DA-F59E-9B56-BF93-0463461F01CE}"/>
              </a:ext>
            </a:extLst>
          </p:cNvPr>
          <p:cNvSpPr/>
          <p:nvPr/>
        </p:nvSpPr>
        <p:spPr>
          <a:xfrm>
            <a:off x="8258975" y="3856331"/>
            <a:ext cx="1633356" cy="110753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9702AE3-AC53-E0DB-60A2-F453F18AD9E7}"/>
              </a:ext>
            </a:extLst>
          </p:cNvPr>
          <p:cNvSpPr txBox="1"/>
          <p:nvPr/>
        </p:nvSpPr>
        <p:spPr>
          <a:xfrm>
            <a:off x="7859210" y="760456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0753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732</TotalTime>
  <Words>55</Words>
  <Application>Microsoft Macintosh PowerPoint</Application>
  <PresentationFormat>Widescreen</PresentationFormat>
  <Paragraphs>25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Helvetica Neue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Hartman, Raven</dc:creator>
  <cp:lastModifiedBy>Gerald G. Carter</cp:lastModifiedBy>
  <cp:revision>4</cp:revision>
  <dcterms:created xsi:type="dcterms:W3CDTF">2026-05-28T23:00:59Z</dcterms:created>
  <dcterms:modified xsi:type="dcterms:W3CDTF">2026-07-09T01:21:54Z</dcterms:modified>
</cp:coreProperties>
</file>